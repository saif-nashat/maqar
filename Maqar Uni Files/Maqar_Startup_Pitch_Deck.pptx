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61" r:id="rId5"/>
    <p:sldId id="278" r:id="rId6"/>
    <p:sldId id="262" r:id="rId7"/>
    <p:sldId id="269" r:id="rId8"/>
    <p:sldId id="260" r:id="rId9"/>
    <p:sldId id="259" r:id="rId10"/>
    <p:sldId id="274" r:id="rId11"/>
    <p:sldId id="275" r:id="rId12"/>
    <p:sldId id="267" r:id="rId13"/>
    <p:sldId id="276" r:id="rId14"/>
    <p:sldId id="277" r:id="rId15"/>
    <p:sldId id="268" r:id="rId16"/>
    <p:sldId id="265" r:id="rId17"/>
    <p:sldId id="266" r:id="rId18"/>
  </p:sldIdLst>
  <p:sldSz cx="12192000" cy="6858000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8D99B6-44CA-4427-A377-08C247BD9118}" v="1" dt="2026-06-11T17:07:38.333"/>
  </p1510:revLst>
</p1510:revInfo>
</file>

<file path=ppt/tableStyles.xml><?xml version="1.0" encoding="utf-8"?>
<a:tblStyleLst xmlns:a="http://schemas.openxmlformats.org/drawingml/2006/main" def="{AD71ABE0-C501-4703-AFCF-2B87625C1203}">
  <a:tblStyle styleId="{AD71ABE0-C501-4703-AFCF-2B87625C12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f Nashat" userId="a73d8eb89ab244c9" providerId="LiveId" clId="{7250613E-2F3A-4068-8386-858D698A1482}"/>
    <pc:docChg chg="undo custSel addSld delSld modSld sldOrd">
      <pc:chgData name="Saif Nashat" userId="a73d8eb89ab244c9" providerId="LiveId" clId="{7250613E-2F3A-4068-8386-858D698A1482}" dt="2026-06-11T17:08:10.604" v="325" actId="20577"/>
      <pc:docMkLst>
        <pc:docMk/>
      </pc:docMkLst>
      <pc:sldChg chg="delSp modSp mod">
        <pc:chgData name="Saif Nashat" userId="a73d8eb89ab244c9" providerId="LiveId" clId="{7250613E-2F3A-4068-8386-858D698A1482}" dt="2026-06-09T16:36:39.306" v="242" actId="21"/>
        <pc:sldMkLst>
          <pc:docMk/>
          <pc:sldMk cId="0" sldId="256"/>
        </pc:sldMkLst>
        <pc:spChg chg="mod">
          <ac:chgData name="Saif Nashat" userId="a73d8eb89ab244c9" providerId="LiveId" clId="{7250613E-2F3A-4068-8386-858D698A1482}" dt="2026-06-09T16:23:54.463" v="139" actId="113"/>
          <ac:spMkLst>
            <pc:docMk/>
            <pc:sldMk cId="0" sldId="256"/>
            <ac:spMk id="86" creationId="{00000000-0000-0000-0000-000000000000}"/>
          </ac:spMkLst>
        </pc:spChg>
      </pc:sldChg>
      <pc:sldChg chg="modSp mod">
        <pc:chgData name="Saif Nashat" userId="a73d8eb89ab244c9" providerId="LiveId" clId="{7250613E-2F3A-4068-8386-858D698A1482}" dt="2026-06-09T16:20:02.709" v="48" actId="1076"/>
        <pc:sldMkLst>
          <pc:docMk/>
          <pc:sldMk cId="0" sldId="257"/>
        </pc:sldMkLst>
        <pc:spChg chg="mod">
          <ac:chgData name="Saif Nashat" userId="a73d8eb89ab244c9" providerId="LiveId" clId="{7250613E-2F3A-4068-8386-858D698A1482}" dt="2026-06-09T16:20:02.709" v="48" actId="1076"/>
          <ac:spMkLst>
            <pc:docMk/>
            <pc:sldMk cId="0" sldId="257"/>
            <ac:spMk id="97" creationId="{00000000-0000-0000-0000-000000000000}"/>
          </ac:spMkLst>
        </pc:spChg>
        <pc:spChg chg="mod">
          <ac:chgData name="Saif Nashat" userId="a73d8eb89ab244c9" providerId="LiveId" clId="{7250613E-2F3A-4068-8386-858D698A1482}" dt="2026-06-09T16:19:58.598" v="47" actId="1076"/>
          <ac:spMkLst>
            <pc:docMk/>
            <pc:sldMk cId="0" sldId="257"/>
            <ac:spMk id="98" creationId="{00000000-0000-0000-0000-000000000000}"/>
          </ac:spMkLst>
        </pc:spChg>
        <pc:picChg chg="mod">
          <ac:chgData name="Saif Nashat" userId="a73d8eb89ab244c9" providerId="LiveId" clId="{7250613E-2F3A-4068-8386-858D698A1482}" dt="2026-06-09T16:19:50.245" v="46" actId="14100"/>
          <ac:picMkLst>
            <pc:docMk/>
            <pc:sldMk cId="0" sldId="257"/>
            <ac:picMk id="93" creationId="{00000000-0000-0000-0000-000000000000}"/>
          </ac:picMkLst>
        </pc:picChg>
      </pc:sldChg>
      <pc:sldChg chg="modSp mod ord modNotes">
        <pc:chgData name="Saif Nashat" userId="a73d8eb89ab244c9" providerId="LiveId" clId="{7250613E-2F3A-4068-8386-858D698A1482}" dt="2026-06-09T16:26:35.483" v="178" actId="108"/>
        <pc:sldMkLst>
          <pc:docMk/>
          <pc:sldMk cId="0" sldId="260"/>
        </pc:sldMkLst>
        <pc:spChg chg="mod">
          <ac:chgData name="Saif Nashat" userId="a73d8eb89ab244c9" providerId="LiveId" clId="{7250613E-2F3A-4068-8386-858D698A1482}" dt="2026-06-09T16:26:23.273" v="177" actId="20577"/>
          <ac:spMkLst>
            <pc:docMk/>
            <pc:sldMk cId="0" sldId="260"/>
            <ac:spMk id="144" creationId="{00000000-0000-0000-0000-000000000000}"/>
          </ac:spMkLst>
        </pc:spChg>
        <pc:spChg chg="mod">
          <ac:chgData name="Saif Nashat" userId="a73d8eb89ab244c9" providerId="LiveId" clId="{7250613E-2F3A-4068-8386-858D698A1482}" dt="2026-06-09T16:22:58.094" v="55" actId="20577"/>
          <ac:spMkLst>
            <pc:docMk/>
            <pc:sldMk cId="0" sldId="260"/>
            <ac:spMk id="146" creationId="{00000000-0000-0000-0000-000000000000}"/>
          </ac:spMkLst>
        </pc:spChg>
        <pc:spChg chg="mod">
          <ac:chgData name="Saif Nashat" userId="a73d8eb89ab244c9" providerId="LiveId" clId="{7250613E-2F3A-4068-8386-858D698A1482}" dt="2026-06-09T16:26:35.483" v="178" actId="108"/>
          <ac:spMkLst>
            <pc:docMk/>
            <pc:sldMk cId="0" sldId="260"/>
            <ac:spMk id="147" creationId="{00000000-0000-0000-0000-000000000000}"/>
          </ac:spMkLst>
        </pc:spChg>
      </pc:sldChg>
      <pc:sldChg chg="modSp mod ord">
        <pc:chgData name="Saif Nashat" userId="a73d8eb89ab244c9" providerId="LiveId" clId="{7250613E-2F3A-4068-8386-858D698A1482}" dt="2026-06-09T16:24:35.168" v="141" actId="115"/>
        <pc:sldMkLst>
          <pc:docMk/>
          <pc:sldMk cId="0" sldId="261"/>
        </pc:sldMkLst>
        <pc:spChg chg="mod">
          <ac:chgData name="Saif Nashat" userId="a73d8eb89ab244c9" providerId="LiveId" clId="{7250613E-2F3A-4068-8386-858D698A1482}" dt="2026-06-09T16:24:35.168" v="141" actId="115"/>
          <ac:spMkLst>
            <pc:docMk/>
            <pc:sldMk cId="0" sldId="261"/>
            <ac:spMk id="165" creationId="{00000000-0000-0000-0000-000000000000}"/>
          </ac:spMkLst>
        </pc:spChg>
      </pc:sldChg>
      <pc:sldChg chg="ord modNotes">
        <pc:chgData name="Saif Nashat" userId="a73d8eb89ab244c9" providerId="LiveId" clId="{7250613E-2F3A-4068-8386-858D698A1482}" dt="2026-06-09T16:12:12.503" v="1"/>
        <pc:sldMkLst>
          <pc:docMk/>
          <pc:sldMk cId="0" sldId="262"/>
        </pc:sldMkLst>
      </pc:sldChg>
      <pc:sldChg chg="addSp modSp">
        <pc:chgData name="Saif Nashat" userId="a73d8eb89ab244c9" providerId="LiveId" clId="{7250613E-2F3A-4068-8386-858D698A1482}" dt="2026-06-09T16:36:43.572" v="243"/>
        <pc:sldMkLst>
          <pc:docMk/>
          <pc:sldMk cId="0" sldId="266"/>
        </pc:sldMkLst>
        <pc:spChg chg="add mod">
          <ac:chgData name="Saif Nashat" userId="a73d8eb89ab244c9" providerId="LiveId" clId="{7250613E-2F3A-4068-8386-858D698A1482}" dt="2026-06-09T16:36:43.572" v="243"/>
          <ac:spMkLst>
            <pc:docMk/>
            <pc:sldMk cId="0" sldId="266"/>
            <ac:spMk id="87" creationId="{00000000-0000-0000-0000-000000000000}"/>
          </ac:spMkLst>
        </pc:spChg>
      </pc:sldChg>
      <pc:sldChg chg="modSp mod ord">
        <pc:chgData name="Saif Nashat" userId="a73d8eb89ab244c9" providerId="LiveId" clId="{7250613E-2F3A-4068-8386-858D698A1482}" dt="2026-06-09T16:34:05.109" v="223" actId="1076"/>
        <pc:sldMkLst>
          <pc:docMk/>
          <pc:sldMk cId="2560990852" sldId="267"/>
        </pc:sldMkLst>
        <pc:picChg chg="mod">
          <ac:chgData name="Saif Nashat" userId="a73d8eb89ab244c9" providerId="LiveId" clId="{7250613E-2F3A-4068-8386-858D698A1482}" dt="2026-06-09T16:34:05.109" v="223" actId="1076"/>
          <ac:picMkLst>
            <pc:docMk/>
            <pc:sldMk cId="2560990852" sldId="267"/>
            <ac:picMk id="5" creationId="{3BC318DA-C612-AD83-5336-3B6B8DC05695}"/>
          </ac:picMkLst>
        </pc:picChg>
      </pc:sldChg>
      <pc:sldChg chg="ord">
        <pc:chgData name="Saif Nashat" userId="a73d8eb89ab244c9" providerId="LiveId" clId="{7250613E-2F3A-4068-8386-858D698A1482}" dt="2026-06-09T16:12:19.713" v="3"/>
        <pc:sldMkLst>
          <pc:docMk/>
          <pc:sldMk cId="2594122668" sldId="269"/>
        </pc:sldMkLst>
      </pc:sldChg>
      <pc:sldChg chg="addSp delSp modSp add mod">
        <pc:chgData name="Saif Nashat" userId="a73d8eb89ab244c9" providerId="LiveId" clId="{7250613E-2F3A-4068-8386-858D698A1482}" dt="2026-06-09T16:31:30.279" v="204" actId="1076"/>
        <pc:sldMkLst>
          <pc:docMk/>
          <pc:sldMk cId="446441213" sldId="274"/>
        </pc:sldMkLst>
        <pc:spChg chg="mod">
          <ac:chgData name="Saif Nashat" userId="a73d8eb89ab244c9" providerId="LiveId" clId="{7250613E-2F3A-4068-8386-858D698A1482}" dt="2026-06-09T16:29:48.527" v="187"/>
          <ac:spMkLst>
            <pc:docMk/>
            <pc:sldMk cId="446441213" sldId="274"/>
            <ac:spMk id="137" creationId="{2D8BD573-B759-8166-DCC0-4C14A4538883}"/>
          </ac:spMkLst>
        </pc:spChg>
        <pc:picChg chg="add mod">
          <ac:chgData name="Saif Nashat" userId="a73d8eb89ab244c9" providerId="LiveId" clId="{7250613E-2F3A-4068-8386-858D698A1482}" dt="2026-06-09T16:31:30.279" v="204" actId="1076"/>
          <ac:picMkLst>
            <pc:docMk/>
            <pc:sldMk cId="446441213" sldId="274"/>
            <ac:picMk id="3" creationId="{08D27745-6B67-2967-57D5-DE623A67F14F}"/>
          </ac:picMkLst>
        </pc:picChg>
      </pc:sldChg>
      <pc:sldChg chg="addSp delSp modSp add mod">
        <pc:chgData name="Saif Nashat" userId="a73d8eb89ab244c9" providerId="LiveId" clId="{7250613E-2F3A-4068-8386-858D698A1482}" dt="2026-06-09T16:32:57.537" v="220" actId="478"/>
        <pc:sldMkLst>
          <pc:docMk/>
          <pc:sldMk cId="2950601127" sldId="275"/>
        </pc:sldMkLst>
        <pc:spChg chg="mod">
          <ac:chgData name="Saif Nashat" userId="a73d8eb89ab244c9" providerId="LiveId" clId="{7250613E-2F3A-4068-8386-858D698A1482}" dt="2026-06-09T16:32:00.521" v="209"/>
          <ac:spMkLst>
            <pc:docMk/>
            <pc:sldMk cId="2950601127" sldId="275"/>
            <ac:spMk id="137" creationId="{01D3C912-BB86-2EBC-F7C6-4516C7E52E9F}"/>
          </ac:spMkLst>
        </pc:spChg>
        <pc:picChg chg="add mod">
          <ac:chgData name="Saif Nashat" userId="a73d8eb89ab244c9" providerId="LiveId" clId="{7250613E-2F3A-4068-8386-858D698A1482}" dt="2026-06-09T16:32:43.907" v="217" actId="1076"/>
          <ac:picMkLst>
            <pc:docMk/>
            <pc:sldMk cId="2950601127" sldId="275"/>
            <ac:picMk id="4" creationId="{EF936A5E-CAE1-62A5-574A-61A2C436AAC8}"/>
          </ac:picMkLst>
        </pc:picChg>
      </pc:sldChg>
      <pc:sldChg chg="addSp delSp modSp add mod">
        <pc:chgData name="Saif Nashat" userId="a73d8eb89ab244c9" providerId="LiveId" clId="{7250613E-2F3A-4068-8386-858D698A1482}" dt="2026-06-11T17:08:10.604" v="325" actId="20577"/>
        <pc:sldMkLst>
          <pc:docMk/>
          <pc:sldMk cId="3136751350" sldId="278"/>
        </pc:sldMkLst>
        <pc:spChg chg="add mod">
          <ac:chgData name="Saif Nashat" userId="a73d8eb89ab244c9" providerId="LiveId" clId="{7250613E-2F3A-4068-8386-858D698A1482}" dt="2026-06-11T17:08:10.604" v="325" actId="20577"/>
          <ac:spMkLst>
            <pc:docMk/>
            <pc:sldMk cId="3136751350" sldId="278"/>
            <ac:spMk id="2" creationId="{034A886E-F51C-F9D1-781C-9418B62FA6D8}"/>
          </ac:spMkLst>
        </pc:spChg>
        <pc:spChg chg="add del">
          <ac:chgData name="Saif Nashat" userId="a73d8eb89ab244c9" providerId="LiveId" clId="{7250613E-2F3A-4068-8386-858D698A1482}" dt="2026-06-11T17:07:27.333" v="301" actId="478"/>
          <ac:spMkLst>
            <pc:docMk/>
            <pc:sldMk cId="3136751350" sldId="278"/>
            <ac:spMk id="159" creationId="{1175E05D-5CAC-7E7A-B59B-00C67DA39B9E}"/>
          </ac:spMkLst>
        </pc:spChg>
        <pc:spChg chg="add del">
          <ac:chgData name="Saif Nashat" userId="a73d8eb89ab244c9" providerId="LiveId" clId="{7250613E-2F3A-4068-8386-858D698A1482}" dt="2026-06-11T17:07:27.333" v="301" actId="478"/>
          <ac:spMkLst>
            <pc:docMk/>
            <pc:sldMk cId="3136751350" sldId="278"/>
            <ac:spMk id="160" creationId="{AF0BA233-70FE-D730-6089-0D70E9BA5CDD}"/>
          </ac:spMkLst>
        </pc:spChg>
        <pc:spChg chg="add del">
          <ac:chgData name="Saif Nashat" userId="a73d8eb89ab244c9" providerId="LiveId" clId="{7250613E-2F3A-4068-8386-858D698A1482}" dt="2026-06-11T17:07:27.333" v="301" actId="478"/>
          <ac:spMkLst>
            <pc:docMk/>
            <pc:sldMk cId="3136751350" sldId="278"/>
            <ac:spMk id="161" creationId="{FAF35D0C-FF06-4D74-9D29-C4788D328C95}"/>
          </ac:spMkLst>
        </pc:spChg>
        <pc:spChg chg="add del">
          <ac:chgData name="Saif Nashat" userId="a73d8eb89ab244c9" providerId="LiveId" clId="{7250613E-2F3A-4068-8386-858D698A1482}" dt="2026-06-11T17:07:27.333" v="301" actId="478"/>
          <ac:spMkLst>
            <pc:docMk/>
            <pc:sldMk cId="3136751350" sldId="278"/>
            <ac:spMk id="162" creationId="{DDA60AAA-A65D-746F-2987-B6853477092D}"/>
          </ac:spMkLst>
        </pc:spChg>
        <pc:spChg chg="add del">
          <ac:chgData name="Saif Nashat" userId="a73d8eb89ab244c9" providerId="LiveId" clId="{7250613E-2F3A-4068-8386-858D698A1482}" dt="2026-06-11T17:07:27.333" v="301" actId="478"/>
          <ac:spMkLst>
            <pc:docMk/>
            <pc:sldMk cId="3136751350" sldId="278"/>
            <ac:spMk id="163" creationId="{A556529F-C0A8-7B6C-E9BA-B000E7DB41BE}"/>
          </ac:spMkLst>
        </pc:spChg>
        <pc:spChg chg="add del">
          <ac:chgData name="Saif Nashat" userId="a73d8eb89ab244c9" providerId="LiveId" clId="{7250613E-2F3A-4068-8386-858D698A1482}" dt="2026-06-11T17:07:27.333" v="301" actId="478"/>
          <ac:spMkLst>
            <pc:docMk/>
            <pc:sldMk cId="3136751350" sldId="278"/>
            <ac:spMk id="164" creationId="{300A3177-85DB-B698-7398-A13CC3C62224}"/>
          </ac:spMkLst>
        </pc:spChg>
        <pc:spChg chg="mod">
          <ac:chgData name="Saif Nashat" userId="a73d8eb89ab244c9" providerId="LiveId" clId="{7250613E-2F3A-4068-8386-858D698A1482}" dt="2026-06-11T17:08:03.202" v="323" actId="6549"/>
          <ac:spMkLst>
            <pc:docMk/>
            <pc:sldMk cId="3136751350" sldId="278"/>
            <ac:spMk id="165" creationId="{5DC35986-23BF-7DE1-2A09-EEB8FD1083DB}"/>
          </ac:spMkLst>
        </pc:spChg>
        <pc:picChg chg="del">
          <ac:chgData name="Saif Nashat" userId="a73d8eb89ab244c9" providerId="LiveId" clId="{7250613E-2F3A-4068-8386-858D698A1482}" dt="2026-06-11T17:07:27.333" v="301" actId="478"/>
          <ac:picMkLst>
            <pc:docMk/>
            <pc:sldMk cId="3136751350" sldId="278"/>
            <ac:picMk id="156" creationId="{2EE7F94A-9639-A0A6-1E64-98727ED92657}"/>
          </ac:picMkLst>
        </pc:picChg>
        <pc:picChg chg="add del">
          <ac:chgData name="Saif Nashat" userId="a73d8eb89ab244c9" providerId="LiveId" clId="{7250613E-2F3A-4068-8386-858D698A1482}" dt="2026-06-11T17:07:27.333" v="301" actId="478"/>
          <ac:picMkLst>
            <pc:docMk/>
            <pc:sldMk cId="3136751350" sldId="278"/>
            <ac:picMk id="167" creationId="{AF9FD9DB-0BBA-DC09-576D-41CEAD5D5899}"/>
          </ac:picMkLst>
        </pc:picChg>
        <pc:picChg chg="add del">
          <ac:chgData name="Saif Nashat" userId="a73d8eb89ab244c9" providerId="LiveId" clId="{7250613E-2F3A-4068-8386-858D698A1482}" dt="2026-06-11T17:07:27.333" v="301" actId="478"/>
          <ac:picMkLst>
            <pc:docMk/>
            <pc:sldMk cId="3136751350" sldId="278"/>
            <ac:picMk id="168" creationId="{490B8B2B-DC22-B07C-4867-A5DF2062554C}"/>
          </ac:picMkLst>
        </pc:picChg>
        <pc:picChg chg="add del">
          <ac:chgData name="Saif Nashat" userId="a73d8eb89ab244c9" providerId="LiveId" clId="{7250613E-2F3A-4068-8386-858D698A1482}" dt="2026-06-11T17:07:27.333" v="301" actId="478"/>
          <ac:picMkLst>
            <pc:docMk/>
            <pc:sldMk cId="3136751350" sldId="278"/>
            <ac:picMk id="169" creationId="{93A80EDE-F6D2-635E-D3F4-0C1A371EAD88}"/>
          </ac:picMkLst>
        </pc:picChg>
      </pc:sldChg>
      <pc:sldMasterChg chg="addSldLayout delSldLayout">
        <pc:chgData name="Saif Nashat" userId="a73d8eb89ab244c9" providerId="LiveId" clId="{7250613E-2F3A-4068-8386-858D698A1482}" dt="2026-06-09T16:36:18.471" v="239" actId="47"/>
        <pc:sldMasterMkLst>
          <pc:docMk/>
          <pc:sldMasterMk cId="0" sldId="214748365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5E7CB649-BA4E-D8D3-FFD6-0F0F5E55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916164D7-7C40-133E-E2F7-53911F2E5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>
            <a:extLst>
              <a:ext uri="{FF2B5EF4-FFF2-40B4-BE49-F238E27FC236}">
                <a16:creationId xmlns:a16="http://schemas.microsoft.com/office/drawing/2014/main" id="{B29084F2-7C15-40EC-04E8-6A0CB600F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1214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78046946-77EC-D36F-EE0F-85D50517B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8556550B-C7DD-04C3-3A15-1E5B8A6B3B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>
            <a:extLst>
              <a:ext uri="{FF2B5EF4-FFF2-40B4-BE49-F238E27FC236}">
                <a16:creationId xmlns:a16="http://schemas.microsoft.com/office/drawing/2014/main" id="{83E05BEA-9B0A-17E7-21CE-8CC3F5D1F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5700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6C08FCD2-5A4D-131A-FC4C-9720C8C33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>
            <a:extLst>
              <a:ext uri="{FF2B5EF4-FFF2-40B4-BE49-F238E27FC236}">
                <a16:creationId xmlns:a16="http://schemas.microsoft.com/office/drawing/2014/main" id="{2634E3B8-4E0C-1A9B-69AE-9B6B109773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4D899ED8-978D-E582-4D2A-A2149A8C8C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6174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B15B4FA3-1CE9-0B5F-A810-4AECE935E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>
            <a:extLst>
              <a:ext uri="{FF2B5EF4-FFF2-40B4-BE49-F238E27FC236}">
                <a16:creationId xmlns:a16="http://schemas.microsoft.com/office/drawing/2014/main" id="{C8DED478-8319-94F7-E837-039E92696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E3788D6B-EBFB-2FB9-546C-CB49D03FD8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9946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8D31E0FF-3B5B-6348-4D9B-90F5B0D2B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A35CCC3E-C8C3-0B7F-0251-3AD22279FA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>
            <a:extLst>
              <a:ext uri="{FF2B5EF4-FFF2-40B4-BE49-F238E27FC236}">
                <a16:creationId xmlns:a16="http://schemas.microsoft.com/office/drawing/2014/main" id="{27DF1135-C5B7-BB0E-8906-B1ECB0155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4799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D560479E-75EA-D0DE-A898-BBD2BB7A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>
            <a:extLst>
              <a:ext uri="{FF2B5EF4-FFF2-40B4-BE49-F238E27FC236}">
                <a16:creationId xmlns:a16="http://schemas.microsoft.com/office/drawing/2014/main" id="{7DBD9500-95B0-3D84-2212-43366BDD76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>
            <a:extLst>
              <a:ext uri="{FF2B5EF4-FFF2-40B4-BE49-F238E27FC236}">
                <a16:creationId xmlns:a16="http://schemas.microsoft.com/office/drawing/2014/main" id="{A6572DCE-41E0-FD5C-FB9A-3B039EFEB1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5903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440668" y="2405062"/>
            <a:ext cx="5310663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MAQAR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567112" y="3414712"/>
            <a:ext cx="50577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A Sharing Economy Platform for Professional Workspaces in </a:t>
            </a:r>
            <a:r>
              <a:rPr lang="en-US" sz="1350" b="1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Amman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7437"/>
            <a:ext cx="5286375" cy="309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57437"/>
            <a:ext cx="5286375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49391" y="2747962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F4E37"/>
                </a:solidFill>
                <a:latin typeface="Poppins"/>
                <a:ea typeface="Poppins"/>
                <a:cs typeface="Poppins"/>
                <a:sym typeface="Poppins"/>
              </a:rPr>
              <a:t>Booker</a:t>
            </a:r>
            <a:r>
              <a:rPr lang="en-US" sz="2400" b="0" i="0" u="none" strike="noStrike" cap="none">
                <a:solidFill>
                  <a:srgbClr val="6F4E37"/>
                </a:solidFill>
                <a:latin typeface="Poppins"/>
                <a:ea typeface="Poppins"/>
                <a:cs typeface="Poppins"/>
                <a:sym typeface="Poppins"/>
              </a:rPr>
              <a:t> Pains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348037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70%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struggle to find quiet spots monthly.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917362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49.6%</a:t>
            </a: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cite noise as their #1 barrier.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4405312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Unanswered phone calls and "blind searches" lead to wasted productivity.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6612016" y="274796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F4E37"/>
                </a:solidFill>
                <a:latin typeface="Poppins"/>
                <a:ea typeface="Poppins"/>
                <a:cs typeface="Poppins"/>
                <a:sym typeface="Poppins"/>
              </a:rPr>
              <a:t>Host Pains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3348037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Underutilized Assets: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High-rent boardrooms sitting empty for hours.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24650" y="4005262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Manual Friction: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Relying on WhatsApp and phone calls for scheduling.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24650" y="4662487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Lost revenue due to disorganized booking methods.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Amman Workspace Crisis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2238375"/>
            <a:ext cx="52863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Maqar transforms "dead space" into productive assets. We </a:t>
            </a:r>
            <a:r>
              <a:rPr lang="en-US" sz="135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provide a way for professionals with suitable rooms to increase productivity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57250" y="29051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2905125"/>
            <a:ext cx="49053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Map-First Discovery:</a:t>
            </a: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Instant visibility into local hubs like</a:t>
            </a:r>
            <a:r>
              <a:rPr lang="en-US" sz="1350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Mecca Street</a:t>
            </a: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, Abdali</a:t>
            </a:r>
            <a:r>
              <a:rPr lang="en-US" sz="1350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and</a:t>
            </a: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Khalda</a:t>
            </a:r>
            <a:r>
              <a:rPr lang="en-US" sz="1350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34194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52500" y="3419475"/>
            <a:ext cx="49053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Instant Booking: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30-minute increments with live </a:t>
            </a:r>
            <a:r>
              <a:rPr lang="en-US" sz="135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availability times and instant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confirmation.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57250" y="393382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4004975"/>
            <a:ext cx="49053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Verified Specs: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Privacy 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guarantees, </a:t>
            </a:r>
            <a:r>
              <a:rPr lang="en-US" sz="135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professional tools, verified room details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Digital Workspace </a:t>
            </a:r>
            <a:r>
              <a:rPr lang="en-US" sz="30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Platform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3575"/>
            <a:ext cx="342900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933575"/>
            <a:ext cx="342900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933575"/>
            <a:ext cx="3429000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1525905" y="4324350"/>
            <a:ext cx="152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Discovery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66775" y="4924425"/>
            <a:ext cx="28386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Interactive Map </a:t>
            </a:r>
            <a:r>
              <a:rPr lang="en-US" sz="1350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With Filters </a:t>
            </a: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&amp; </a:t>
            </a:r>
            <a:r>
              <a:rPr lang="en-US" sz="1350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Real Availability Times</a:t>
            </a: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5290899" y="4324350"/>
            <a:ext cx="161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Host Tools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676775" y="4924425"/>
            <a:ext cx="2838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Occupancy Chains &amp; 4-Digit Check-in Validation.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140904" y="4324350"/>
            <a:ext cx="153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User Sync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486775" y="4924425"/>
            <a:ext cx="2838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Booking History, Favorites, &amp; Real-time Delay Alerts.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i="0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Prototype Key Features</a:t>
            </a:r>
            <a:endParaRPr dirty="0"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2800" y="2429534"/>
            <a:ext cx="2838600" cy="1751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6700" y="2442875"/>
            <a:ext cx="2838600" cy="175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20600" y="2442875"/>
            <a:ext cx="2838600" cy="175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54">
          <a:extLst>
            <a:ext uri="{FF2B5EF4-FFF2-40B4-BE49-F238E27FC236}">
              <a16:creationId xmlns:a16="http://schemas.microsoft.com/office/drawing/2014/main" id="{345B28D5-A1E0-14EA-FDF2-F3B6F656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A03AE3B0-DA5F-3D78-4A5C-36050341A2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5DC35986-23BF-7DE1-2A09-EEB8FD1083DB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i="0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Let’s Take a Closer Look </a:t>
            </a:r>
            <a:endParaRPr dirty="0"/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3E04EBCB-E3B3-C142-0346-0A1DFCFD9A83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38;p23">
            <a:extLst>
              <a:ext uri="{FF2B5EF4-FFF2-40B4-BE49-F238E27FC236}">
                <a16:creationId xmlns:a16="http://schemas.microsoft.com/office/drawing/2014/main" id="{034A886E-F51C-F9D1-781C-9418B62FA6D8}"/>
              </a:ext>
            </a:extLst>
          </p:cNvPr>
          <p:cNvSpPr txBox="1"/>
          <p:nvPr/>
        </p:nvSpPr>
        <p:spPr>
          <a:xfrm>
            <a:off x="3785711" y="2967300"/>
            <a:ext cx="46206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At </a:t>
            </a:r>
            <a:r>
              <a:rPr lang="en-US" sz="6000" b="1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Our Prototype 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675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2981325" y="5657850"/>
            <a:ext cx="6229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1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for SOM we generate an average of 15% which totals 45k</a:t>
            </a:r>
            <a:r>
              <a:rPr lang="en-US" sz="1350" b="0" i="1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Market Size Opportunity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54">
          <a:extLst>
            <a:ext uri="{FF2B5EF4-FFF2-40B4-BE49-F238E27FC236}">
              <a16:creationId xmlns:a16="http://schemas.microsoft.com/office/drawing/2014/main" id="{BAC06335-7441-F683-9E45-F5408FA1C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C9BEE153-BE8D-B8B0-B175-8E23D6C2FD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C42420E9-30C2-2526-C97A-2DEABE348F30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Competitive Benchmarking</a:t>
            </a:r>
            <a:endParaRPr dirty="0"/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AB23EF26-80D0-EB07-0CA0-0D86EE8C5C0D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23BF98-F7B0-DC05-2D15-AAE62FA64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84" y="1439807"/>
            <a:ext cx="10440631" cy="397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122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2844225"/>
            <a:ext cx="528630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Feasible &amp; Validated Platform</a:t>
            </a:r>
            <a:endParaRPr sz="100"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6334125" y="2619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Why Maqar Wins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34125" y="3219450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Security-First:</a:t>
            </a: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4-digit verification codes ensure trusted access without hardware scanners.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6334125" y="3876675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A Win-Win Revenue Engine: </a:t>
            </a:r>
            <a:r>
              <a:rPr lang="en-US" sz="1350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Giving positives to all sides without presenting extra costs or risks.</a:t>
            </a:r>
          </a:p>
        </p:txBody>
      </p:sp>
      <p:sp>
        <p:nvSpPr>
          <p:cNvPr id="148" name="Google Shape;148;p17"/>
          <p:cNvSpPr txBox="1"/>
          <p:nvPr/>
        </p:nvSpPr>
        <p:spPr>
          <a:xfrm>
            <a:off x="6334125" y="4533900"/>
            <a:ext cx="52863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Zero Markup:</a:t>
            </a: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Customers pay standard rates; we monetize via a host commission</a:t>
            </a:r>
            <a:r>
              <a:rPr lang="en-US" sz="1350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based on successful bookings.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Our Unique Competitive Edge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7437"/>
            <a:ext cx="34290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357437"/>
            <a:ext cx="34290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357437"/>
            <a:ext cx="3429000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1390888" y="3386137"/>
            <a:ext cx="179022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For Bookers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66775" y="3986212"/>
            <a:ext cx="2838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Guaranteed </a:t>
            </a:r>
            <a:r>
              <a:rPr lang="en-US" sz="135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focused 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environment, reliable Wi-Fi, and professional </a:t>
            </a:r>
            <a:r>
              <a:rPr lang="en-US" sz="135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settings 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without </a:t>
            </a:r>
            <a:r>
              <a:rPr lang="en-US" sz="135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any extra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costs.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375910" y="3386137"/>
            <a:ext cx="14401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For Hosts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76775" y="3986212"/>
            <a:ext cx="2838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Turn unused boardrooms into revenue. Zero risk, </a:t>
            </a:r>
            <a:r>
              <a:rPr lang="en-US" sz="135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managed</a:t>
            </a: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 booking system, and increased business visibility.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350930" y="3386137"/>
            <a:ext cx="11101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No Risk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486775" y="39862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No upfront costs for hosts. Users pay only for what they use. Security-first verification for peace of mind.</a:t>
            </a:r>
            <a:endParaRPr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0250" y="27003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0" y="27003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7400" y="27003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 Win-Win Revenue Engine</a:t>
            </a:r>
            <a:endParaRPr dirty="0"/>
          </a:p>
        </p:txBody>
      </p:sp>
      <p:sp>
        <p:nvSpPr>
          <p:cNvPr id="138" name="Google Shape;138;p16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850D0336-2176-133A-90E5-F066861D5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>
            <a:extLst>
              <a:ext uri="{FF2B5EF4-FFF2-40B4-BE49-F238E27FC236}">
                <a16:creationId xmlns:a16="http://schemas.microsoft.com/office/drawing/2014/main" id="{D59EBDEC-2611-83B3-06DB-82AA4F3C3E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2D8BD573-B759-8166-DCC0-4C14A4538883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Multi-Channel Customer Engagement</a:t>
            </a:r>
            <a:endParaRPr dirty="0"/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560405D9-FAEE-A9D9-91A1-A26E750A78B8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27745-6B67-2967-57D5-DE623A67F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97" y="1983690"/>
            <a:ext cx="11374005" cy="392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441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5149A933-FA07-5545-3296-BC64FC08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>
            <a:extLst>
              <a:ext uri="{FF2B5EF4-FFF2-40B4-BE49-F238E27FC236}">
                <a16:creationId xmlns:a16="http://schemas.microsoft.com/office/drawing/2014/main" id="{B52A4D69-BD1C-5137-B048-3D5EED4B32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01D3C912-BB86-2EBC-F7C6-4516C7E52E9F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Sustainable Marketplace Economics</a:t>
            </a:r>
            <a:endParaRPr dirty="0"/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9F24845E-6702-7D27-1F4A-104086405F33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36A5E-CAE1-62A5-574A-61A2C436A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42497"/>
            <a:ext cx="11100515" cy="406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01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82">
          <a:extLst>
            <a:ext uri="{FF2B5EF4-FFF2-40B4-BE49-F238E27FC236}">
              <a16:creationId xmlns:a16="http://schemas.microsoft.com/office/drawing/2014/main" id="{75333532-0EFE-C975-3440-C91BC8FB6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>
            <a:extLst>
              <a:ext uri="{FF2B5EF4-FFF2-40B4-BE49-F238E27FC236}">
                <a16:creationId xmlns:a16="http://schemas.microsoft.com/office/drawing/2014/main" id="{464314F4-0E41-3681-1BFC-04B591CA31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>
            <a:extLst>
              <a:ext uri="{FF2B5EF4-FFF2-40B4-BE49-F238E27FC236}">
                <a16:creationId xmlns:a16="http://schemas.microsoft.com/office/drawing/2014/main" id="{EDA4B2C9-2204-7332-516F-60EC6AC40FFC}"/>
              </a:ext>
            </a:extLst>
          </p:cNvPr>
          <p:cNvSpPr/>
          <p:nvPr/>
        </p:nvSpPr>
        <p:spPr>
          <a:xfrm>
            <a:off x="2438400" y="2695575"/>
            <a:ext cx="1543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>
            <a:extLst>
              <a:ext uri="{FF2B5EF4-FFF2-40B4-BE49-F238E27FC236}">
                <a16:creationId xmlns:a16="http://schemas.microsoft.com/office/drawing/2014/main" id="{04645316-F453-DF21-4BF8-12C2F2E6A443}"/>
              </a:ext>
            </a:extLst>
          </p:cNvPr>
          <p:cNvSpPr/>
          <p:nvPr/>
        </p:nvSpPr>
        <p:spPr>
          <a:xfrm>
            <a:off x="3981450" y="2695575"/>
            <a:ext cx="13620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>
            <a:extLst>
              <a:ext uri="{FF2B5EF4-FFF2-40B4-BE49-F238E27FC236}">
                <a16:creationId xmlns:a16="http://schemas.microsoft.com/office/drawing/2014/main" id="{155EE782-2AB5-2ADF-6D5E-0B3E6215F8E5}"/>
              </a:ext>
            </a:extLst>
          </p:cNvPr>
          <p:cNvSpPr/>
          <p:nvPr/>
        </p:nvSpPr>
        <p:spPr>
          <a:xfrm>
            <a:off x="5343525" y="2695575"/>
            <a:ext cx="44100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>
            <a:extLst>
              <a:ext uri="{FF2B5EF4-FFF2-40B4-BE49-F238E27FC236}">
                <a16:creationId xmlns:a16="http://schemas.microsoft.com/office/drawing/2014/main" id="{0FE25EB1-5CF5-0A99-667A-F83C131F09E3}"/>
              </a:ext>
            </a:extLst>
          </p:cNvPr>
          <p:cNvSpPr/>
          <p:nvPr/>
        </p:nvSpPr>
        <p:spPr>
          <a:xfrm>
            <a:off x="2438400" y="3305175"/>
            <a:ext cx="1543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>
            <a:extLst>
              <a:ext uri="{FF2B5EF4-FFF2-40B4-BE49-F238E27FC236}">
                <a16:creationId xmlns:a16="http://schemas.microsoft.com/office/drawing/2014/main" id="{680374E8-F212-2952-68E8-EEDFAC789707}"/>
              </a:ext>
            </a:extLst>
          </p:cNvPr>
          <p:cNvSpPr/>
          <p:nvPr/>
        </p:nvSpPr>
        <p:spPr>
          <a:xfrm>
            <a:off x="3981450" y="3305175"/>
            <a:ext cx="13620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>
            <a:extLst>
              <a:ext uri="{FF2B5EF4-FFF2-40B4-BE49-F238E27FC236}">
                <a16:creationId xmlns:a16="http://schemas.microsoft.com/office/drawing/2014/main" id="{5B826C78-25FE-764D-5787-D4F14F11F5A9}"/>
              </a:ext>
            </a:extLst>
          </p:cNvPr>
          <p:cNvSpPr/>
          <p:nvPr/>
        </p:nvSpPr>
        <p:spPr>
          <a:xfrm>
            <a:off x="5343525" y="3305175"/>
            <a:ext cx="44100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>
            <a:extLst>
              <a:ext uri="{FF2B5EF4-FFF2-40B4-BE49-F238E27FC236}">
                <a16:creationId xmlns:a16="http://schemas.microsoft.com/office/drawing/2014/main" id="{027A157F-D750-D05C-DDA9-2B3FD0C0396D}"/>
              </a:ext>
            </a:extLst>
          </p:cNvPr>
          <p:cNvSpPr/>
          <p:nvPr/>
        </p:nvSpPr>
        <p:spPr>
          <a:xfrm>
            <a:off x="2438400" y="3914775"/>
            <a:ext cx="1543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>
            <a:extLst>
              <a:ext uri="{FF2B5EF4-FFF2-40B4-BE49-F238E27FC236}">
                <a16:creationId xmlns:a16="http://schemas.microsoft.com/office/drawing/2014/main" id="{1725054A-EC07-C40E-91E3-E80BE25EDA7F}"/>
              </a:ext>
            </a:extLst>
          </p:cNvPr>
          <p:cNvSpPr/>
          <p:nvPr/>
        </p:nvSpPr>
        <p:spPr>
          <a:xfrm>
            <a:off x="3981450" y="3914775"/>
            <a:ext cx="13620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>
            <a:extLst>
              <a:ext uri="{FF2B5EF4-FFF2-40B4-BE49-F238E27FC236}">
                <a16:creationId xmlns:a16="http://schemas.microsoft.com/office/drawing/2014/main" id="{D04C9E94-56C5-C6F4-4D8F-C034ED5AC858}"/>
              </a:ext>
            </a:extLst>
          </p:cNvPr>
          <p:cNvSpPr/>
          <p:nvPr/>
        </p:nvSpPr>
        <p:spPr>
          <a:xfrm>
            <a:off x="5343525" y="3914775"/>
            <a:ext cx="44100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>
            <a:extLst>
              <a:ext uri="{FF2B5EF4-FFF2-40B4-BE49-F238E27FC236}">
                <a16:creationId xmlns:a16="http://schemas.microsoft.com/office/drawing/2014/main" id="{9FE7C17B-4DBC-6442-A385-15D2FD9107A0}"/>
              </a:ext>
            </a:extLst>
          </p:cNvPr>
          <p:cNvSpPr/>
          <p:nvPr/>
        </p:nvSpPr>
        <p:spPr>
          <a:xfrm>
            <a:off x="2438400" y="4524375"/>
            <a:ext cx="1543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>
            <a:extLst>
              <a:ext uri="{FF2B5EF4-FFF2-40B4-BE49-F238E27FC236}">
                <a16:creationId xmlns:a16="http://schemas.microsoft.com/office/drawing/2014/main" id="{52DA7391-5C85-D60C-9591-8CF5D0B3852A}"/>
              </a:ext>
            </a:extLst>
          </p:cNvPr>
          <p:cNvSpPr/>
          <p:nvPr/>
        </p:nvSpPr>
        <p:spPr>
          <a:xfrm>
            <a:off x="3981450" y="4524375"/>
            <a:ext cx="13620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>
            <a:extLst>
              <a:ext uri="{FF2B5EF4-FFF2-40B4-BE49-F238E27FC236}">
                <a16:creationId xmlns:a16="http://schemas.microsoft.com/office/drawing/2014/main" id="{76740FEE-C3E6-F073-D271-962DDE357078}"/>
              </a:ext>
            </a:extLst>
          </p:cNvPr>
          <p:cNvSpPr/>
          <p:nvPr/>
        </p:nvSpPr>
        <p:spPr>
          <a:xfrm>
            <a:off x="5343525" y="4524375"/>
            <a:ext cx="44100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>
            <a:extLst>
              <a:ext uri="{FF2B5EF4-FFF2-40B4-BE49-F238E27FC236}">
                <a16:creationId xmlns:a16="http://schemas.microsoft.com/office/drawing/2014/main" id="{D76FF97F-2BCD-2923-D9EB-BB410C32C264}"/>
              </a:ext>
            </a:extLst>
          </p:cNvPr>
          <p:cNvSpPr/>
          <p:nvPr/>
        </p:nvSpPr>
        <p:spPr>
          <a:xfrm>
            <a:off x="2438400" y="5133975"/>
            <a:ext cx="15430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>
            <a:extLst>
              <a:ext uri="{FF2B5EF4-FFF2-40B4-BE49-F238E27FC236}">
                <a16:creationId xmlns:a16="http://schemas.microsoft.com/office/drawing/2014/main" id="{852E56CE-4294-784E-F8A4-1747116E7E13}"/>
              </a:ext>
            </a:extLst>
          </p:cNvPr>
          <p:cNvSpPr/>
          <p:nvPr/>
        </p:nvSpPr>
        <p:spPr>
          <a:xfrm>
            <a:off x="3981450" y="5133975"/>
            <a:ext cx="13620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>
            <a:extLst>
              <a:ext uri="{FF2B5EF4-FFF2-40B4-BE49-F238E27FC236}">
                <a16:creationId xmlns:a16="http://schemas.microsoft.com/office/drawing/2014/main" id="{0F9BEB33-65A7-9F66-53EA-A7ED47C2E20D}"/>
              </a:ext>
            </a:extLst>
          </p:cNvPr>
          <p:cNvSpPr/>
          <p:nvPr/>
        </p:nvSpPr>
        <p:spPr>
          <a:xfrm>
            <a:off x="5343525" y="5133975"/>
            <a:ext cx="44100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>
            <a:extLst>
              <a:ext uri="{FF2B5EF4-FFF2-40B4-BE49-F238E27FC236}">
                <a16:creationId xmlns:a16="http://schemas.microsoft.com/office/drawing/2014/main" id="{30BFA4AC-244A-9B1C-1581-0DB30038CFE2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Financial Strategy:</a:t>
            </a:r>
            <a:r>
              <a:rPr lang="en-US" sz="3000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Break-even Point</a:t>
            </a:r>
            <a:endParaRPr dirty="0"/>
          </a:p>
        </p:txBody>
      </p:sp>
      <p:sp>
        <p:nvSpPr>
          <p:cNvPr id="203" name="Google Shape;203;p20">
            <a:extLst>
              <a:ext uri="{FF2B5EF4-FFF2-40B4-BE49-F238E27FC236}">
                <a16:creationId xmlns:a16="http://schemas.microsoft.com/office/drawing/2014/main" id="{B8C9BAE3-28FD-B341-365E-AACB3CA78FA2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318DA-C612-AD83-5336-3B6B8DC05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403" y="1891456"/>
            <a:ext cx="9739193" cy="390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90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82">
          <a:extLst>
            <a:ext uri="{FF2B5EF4-FFF2-40B4-BE49-F238E27FC236}">
              <a16:creationId xmlns:a16="http://schemas.microsoft.com/office/drawing/2014/main" id="{75333532-0EFE-C975-3440-C91BC8FB6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>
            <a:extLst>
              <a:ext uri="{FF2B5EF4-FFF2-40B4-BE49-F238E27FC236}">
                <a16:creationId xmlns:a16="http://schemas.microsoft.com/office/drawing/2014/main" id="{464314F4-0E41-3681-1BFC-04B591CA317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>
            <a:extLst>
              <a:ext uri="{FF2B5EF4-FFF2-40B4-BE49-F238E27FC236}">
                <a16:creationId xmlns:a16="http://schemas.microsoft.com/office/drawing/2014/main" id="{30BFA4AC-244A-9B1C-1581-0DB30038CFE2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Financial Strategy:</a:t>
            </a:r>
            <a:r>
              <a:rPr lang="en-US" sz="3000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Break-even Graph</a:t>
            </a:r>
            <a:endParaRPr dirty="0"/>
          </a:p>
        </p:txBody>
      </p:sp>
      <p:sp>
        <p:nvSpPr>
          <p:cNvPr id="203" name="Google Shape;203;p20">
            <a:extLst>
              <a:ext uri="{FF2B5EF4-FFF2-40B4-BE49-F238E27FC236}">
                <a16:creationId xmlns:a16="http://schemas.microsoft.com/office/drawing/2014/main" id="{B8C9BAE3-28FD-B341-365E-AACB3CA78FA2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318DA-C612-AD83-5336-3B6B8DC05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00" y="1980000"/>
            <a:ext cx="9739193" cy="390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90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82">
          <a:extLst>
            <a:ext uri="{FF2B5EF4-FFF2-40B4-BE49-F238E27FC236}">
              <a16:creationId xmlns:a16="http://schemas.microsoft.com/office/drawing/2014/main" id="{75333532-0EFE-C975-3440-C91BC8FB6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>
            <a:extLst>
              <a:ext uri="{FF2B5EF4-FFF2-40B4-BE49-F238E27FC236}">
                <a16:creationId xmlns:a16="http://schemas.microsoft.com/office/drawing/2014/main" id="{464314F4-0E41-3681-1BFC-04B591CA317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>
            <a:extLst>
              <a:ext uri="{FF2B5EF4-FFF2-40B4-BE49-F238E27FC236}">
                <a16:creationId xmlns:a16="http://schemas.microsoft.com/office/drawing/2014/main" id="{30BFA4AC-244A-9B1C-1581-0DB30038CFE2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Financial Strategy:</a:t>
            </a:r>
            <a:r>
              <a:rPr lang="en-US" sz="3000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Income Statement</a:t>
            </a:r>
            <a:endParaRPr dirty="0"/>
          </a:p>
        </p:txBody>
      </p:sp>
      <p:sp>
        <p:nvSpPr>
          <p:cNvPr id="203" name="Google Shape;203;p20">
            <a:extLst>
              <a:ext uri="{FF2B5EF4-FFF2-40B4-BE49-F238E27FC236}">
                <a16:creationId xmlns:a16="http://schemas.microsoft.com/office/drawing/2014/main" id="{B8C9BAE3-28FD-B341-365E-AACB3CA78FA2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3544E-F73C-21CB-3FB6-D019288B2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15" y="1304818"/>
            <a:ext cx="9832369" cy="4410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B4AFFC-4F63-1CB9-281A-BACA6FDFC437}"/>
              </a:ext>
            </a:extLst>
          </p:cNvPr>
          <p:cNvSpPr txBox="1"/>
          <p:nvPr/>
        </p:nvSpPr>
        <p:spPr>
          <a:xfrm>
            <a:off x="1212350" y="5917168"/>
            <a:ext cx="102536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the first three months require a modest capital burn to onboard hosts and build student awareness, Month 4 is where our marketplace engine achieves operational break-even by exceeding 731 bookings. From this month onward, our fixed overhead stays locked at 1,535 JOD while our marketplace commissions grow exponentially.</a:t>
            </a:r>
          </a:p>
        </p:txBody>
      </p:sp>
    </p:spTree>
    <p:extLst>
      <p:ext uri="{BB962C8B-B14F-4D97-AF65-F5344CB8AC3E}">
        <p14:creationId xmlns:p14="http://schemas.microsoft.com/office/powerpoint/2010/main" val="2560990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16">
          <a:extLst>
            <a:ext uri="{FF2B5EF4-FFF2-40B4-BE49-F238E27FC236}">
              <a16:creationId xmlns:a16="http://schemas.microsoft.com/office/drawing/2014/main" id="{2C969729-FECD-41B5-C17B-A9F0B2369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>
            <a:extLst>
              <a:ext uri="{FF2B5EF4-FFF2-40B4-BE49-F238E27FC236}">
                <a16:creationId xmlns:a16="http://schemas.microsoft.com/office/drawing/2014/main" id="{2B0FE02B-10F3-9023-8454-6DC3340A54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>
            <a:extLst>
              <a:ext uri="{FF2B5EF4-FFF2-40B4-BE49-F238E27FC236}">
                <a16:creationId xmlns:a16="http://schemas.microsoft.com/office/drawing/2014/main" id="{C0E4D9DB-27BE-A3D1-AB85-CD6AA2F2594F}"/>
              </a:ext>
            </a:extLst>
          </p:cNvPr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Pre-Launch Budget &amp; Investor Ask</a:t>
            </a:r>
            <a:endParaRPr dirty="0"/>
          </a:p>
        </p:txBody>
      </p:sp>
      <p:sp>
        <p:nvSpPr>
          <p:cNvPr id="228" name="Google Shape;228;p22">
            <a:extLst>
              <a:ext uri="{FF2B5EF4-FFF2-40B4-BE49-F238E27FC236}">
                <a16:creationId xmlns:a16="http://schemas.microsoft.com/office/drawing/2014/main" id="{F0BB1DC7-8A09-2690-79B9-E1008549E922}"/>
              </a:ext>
            </a:extLst>
          </p:cNvPr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884178-5B63-2860-53DA-ABEA2CBA1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975" y="1472995"/>
            <a:ext cx="954405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8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/>
          <p:nvPr/>
        </p:nvSpPr>
        <p:spPr>
          <a:xfrm>
            <a:off x="571500" y="3081325"/>
            <a:ext cx="110490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07968" y="3338512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F4E37"/>
                </a:solidFill>
                <a:latin typeface="Poppins"/>
                <a:ea typeface="Poppins"/>
                <a:cs typeface="Poppins"/>
                <a:sym typeface="Poppins"/>
              </a:rPr>
              <a:t>Phase 1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571500" y="3814762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Pilot launch in 5 high-density Amman hubs.</a:t>
            </a:r>
            <a:endParaRPr dirty="0"/>
          </a:p>
        </p:txBody>
      </p:sp>
      <p:sp>
        <p:nvSpPr>
          <p:cNvPr id="221" name="Google Shape;221;p22"/>
          <p:cNvSpPr txBox="1"/>
          <p:nvPr/>
        </p:nvSpPr>
        <p:spPr>
          <a:xfrm>
            <a:off x="3343888" y="3338512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F4E37"/>
                </a:solidFill>
                <a:latin typeface="Poppins"/>
                <a:ea typeface="Poppins"/>
                <a:cs typeface="Poppins"/>
                <a:sym typeface="Poppins"/>
              </a:rPr>
              <a:t>Phase 2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3407419" y="3814762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Full scale across major Jordan cities (Irbid, Zarqa).</a:t>
            </a:r>
            <a:endParaRPr dirty="0"/>
          </a:p>
        </p:txBody>
      </p:sp>
      <p:sp>
        <p:nvSpPr>
          <p:cNvPr id="223" name="Google Shape;223;p22"/>
          <p:cNvSpPr txBox="1"/>
          <p:nvPr/>
        </p:nvSpPr>
        <p:spPr>
          <a:xfrm>
            <a:off x="6179808" y="3338512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F4E37"/>
                </a:solidFill>
                <a:latin typeface="Poppins"/>
                <a:ea typeface="Poppins"/>
                <a:cs typeface="Poppins"/>
                <a:sym typeface="Poppins"/>
              </a:rPr>
              <a:t>Phase 3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243339" y="3814762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Regional expansion to Saudi Arabia &amp; UAE.</a:t>
            </a:r>
            <a:endParaRPr dirty="0"/>
          </a:p>
        </p:txBody>
      </p:sp>
      <p:sp>
        <p:nvSpPr>
          <p:cNvPr id="225" name="Google Shape;225;p22"/>
          <p:cNvSpPr txBox="1"/>
          <p:nvPr/>
        </p:nvSpPr>
        <p:spPr>
          <a:xfrm>
            <a:off x="9015728" y="3338512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F4E37"/>
                </a:solidFill>
                <a:latin typeface="Poppins"/>
                <a:ea typeface="Poppins"/>
                <a:cs typeface="Poppins"/>
                <a:sym typeface="Poppins"/>
              </a:rPr>
              <a:t>Vision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9079259" y="3814762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3621"/>
                </a:solidFill>
                <a:latin typeface="Lato"/>
                <a:ea typeface="Lato"/>
                <a:cs typeface="Lato"/>
                <a:sym typeface="Lato"/>
              </a:rPr>
              <a:t>Integration with B2B enterprise suites.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Future </a:t>
            </a:r>
            <a:r>
              <a:rPr lang="en-US" sz="3000" b="0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Scaling Roadmap 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4582790" y="3005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7418709" y="3005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10254629" y="3005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1746890" y="3005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3785711" y="2967312"/>
            <a:ext cx="4620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567112" y="4052887"/>
            <a:ext cx="50577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Saif Ibrahim • </a:t>
            </a:r>
            <a:r>
              <a:rPr lang="en-US" sz="1350" b="1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Khaled Al-Madhoun</a:t>
            </a:r>
            <a:r>
              <a:rPr lang="en-US" sz="135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 • Yousef </a:t>
            </a:r>
            <a:r>
              <a:rPr lang="en-US" sz="1350" b="1" i="0" u="none" strike="noStrike" cap="none" dirty="0" err="1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Byouk</a:t>
            </a:r>
            <a:r>
              <a:rPr lang="en-US" sz="135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 • Tamer Ali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470</Words>
  <Application>Microsoft Office PowerPoint</Application>
  <PresentationFormat>Widescreen</PresentationFormat>
  <Paragraphs>62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Poppins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Saif Nashat</cp:lastModifiedBy>
  <cp:revision>9</cp:revision>
  <dcterms:modified xsi:type="dcterms:W3CDTF">2026-06-11T17:08:11Z</dcterms:modified>
</cp:coreProperties>
</file>